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a4af486-1346-d320-48f3-a4711f4369d9}">
          <p14:sldIdLst>
            <p14:sldId id="256"/>
          </p14:sldIdLst>
        </p14:section>
        <p14:section name="Getting started" id="{d3878212-a455-18e9-50d2-1af04a988d1e}">
          <p14:sldIdLst>
            <p14:sldId id="257"/>
          </p14:sldIdLst>
        </p14:section>
        <p14:section name="The 6 games" id="{53698771-dd65-a123-aeee-3363ffa97a8f}">
          <p14:sldIdLst>
            <p14:sldId id="258"/>
            <p14:sldId id="259"/>
            <p14:sldId id="260"/>
            <p14:sldId id="261"/>
            <p14:sldId id="262"/>
            <p14:sldId id="263"/>
          </p14:sldIdLst>
        </p14:section>
        <p14:section name="Wrap-up" id="{18aa5ab3-8a01-4bed-f7e7-f13b8a8519f5}">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hunt groups. Each group has a rival (A vs B, C vs D) — that matters for Game 6. Committee (Ariff, Carmen, Kevin) is not playing.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Clock starts per team when they tap Start the hunt. How it works button shows the rules anytime. Tapped Finish by mistake? Carry on is available while time is left. Stuck? Committee is in the WhatsApp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Cards differ by group, so count your tiles first. You can leave the card part-filled and come back. Retake or Clear a tile until the stamp is collected — then the card is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photo only, taken today by your team. Best pose is judged by the committee at the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ready to answer? Tap 'Save answers for later' and come back from the main menu. The stamp is earned when the riddle answer is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more than ¥500 earns nothing extra. Photo has to show every member eating or drinking.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 questions: something red; a shop or cafe sign you passed; number of pedestrian crossings; something white and floating; the last shop you passed. Phones down — none of this is online. Note: the in-app text still says 'on the walk from Checkpoint 3 to Checkpoint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asking the person the question is about. Answers are final once tapped. Live score shows top-right.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bonuses (best pose, most interesting buy, first back) are judged by the committee at the finish, who tally the results. Figures are the app's built-in settings — check Admin if the committee changed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AM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51560"/>
            <a:ext cx="5486400" cy="320040"/>
          </a:xfrm>
          <a:prstGeom prst="rect">
            <a:avLst/>
          </a:prstGeom>
          <a:noFill/>
          <a:ln/>
        </p:spPr>
        <p:txBody>
          <a:bodyPr wrap="square" lIns="0" tIns="0" rIns="0" bIns="0" rtlCol="0" anchor="ctr"/>
          <a:lstStyle/>
          <a:p>
            <a:pPr indent="0" marL="0">
              <a:buNone/>
            </a:pPr>
            <a:r>
              <a:rPr lang="en-US" sz="1300" b="1" spc="300" kern="0" dirty="0">
                <a:solidFill>
                  <a:schemeClr val="accent3"/>
                </a:solidFill>
              </a:rPr>
              <a:t>COMPANY TRIP · ATAMI</a:t>
            </a:r>
            <a:endParaRPr lang="en-US" sz="1300" dirty="0"/>
          </a:p>
        </p:txBody>
      </p:sp>
      <p:sp>
        <p:nvSpPr>
          <p:cNvPr id="3" name="Text 0"/>
          <p:cNvSpPr/>
          <p:nvPr>
            <p:ph idx="100" type="title" hasCustomPrompt="1"/>
          </p:nvPr>
        </p:nvSpPr>
        <p:spPr>
          <a:xfrm>
            <a:off x="548640" y="1417320"/>
            <a:ext cx="8046720" cy="1005840"/>
          </a:xfrm>
          <a:prstGeom prst="rect">
            <a:avLst/>
          </a:prstGeom>
          <a:noFill/>
          <a:ln/>
        </p:spPr>
        <p:txBody>
          <a:bodyPr wrap="square" lIns="0" tIns="0" rIns="0" bIns="0" rtlCol="0" anchor="ctr"/>
          <a:lstStyle/>
          <a:p>
            <a:pPr algn="l" indent="0" marL="0">
              <a:buNone/>
            </a:pPr>
            <a:r>
              <a:rPr lang="en-US" sz="4200" b="1" dirty="0">
                <a:solidFill>
                  <a:schemeClr val="bg1"/>
                </a:solidFill>
              </a:rPr>
              <a:t>Treasure Hunt — How to Play</a:t>
            </a:r>
            <a:endParaRPr lang="en-US" sz="4200" dirty="0"/>
          </a:p>
        </p:txBody>
      </p:sp>
      <p:sp>
        <p:nvSpPr>
          <p:cNvPr id="4" name="Text 2"/>
          <p:cNvSpPr txBox="1"/>
          <p:nvPr/>
        </p:nvSpPr>
        <p:spPr>
          <a:xfrm>
            <a:off x="548640" y="2468880"/>
            <a:ext cx="8046720" cy="365760"/>
          </a:xfrm>
          <a:prstGeom prst="rect">
            <a:avLst/>
          </a:prstGeom>
          <a:noFill/>
          <a:ln/>
        </p:spPr>
        <p:txBody>
          <a:bodyPr wrap="square" lIns="0" tIns="0" rIns="0" bIns="0" rtlCol="0" anchor="ctr"/>
          <a:lstStyle/>
          <a:p>
            <a:pPr indent="0" marL="0">
              <a:buNone/>
            </a:pPr>
            <a:r>
              <a:rPr lang="en-US" sz="1800" dirty="0">
                <a:solidFill>
                  <a:schemeClr val="accent6"/>
                </a:solidFill>
              </a:rPr>
              <a:t>6 games  ·  any order  ·  90 minutes  ·  4 groups</a:t>
            </a:r>
            <a:endParaRPr lang="en-US" sz="1800" dirty="0"/>
          </a:p>
        </p:txBody>
      </p:sp>
      <p:sp>
        <p:nvSpPr>
          <p:cNvPr id="5" name="Group A card"/>
          <p:cNvSpPr/>
          <p:nvPr/>
        </p:nvSpPr>
        <p:spPr>
          <a:xfrm>
            <a:off x="548640" y="3200400"/>
            <a:ext cx="1874520" cy="1325880"/>
          </a:xfrm>
          <a:prstGeom prst="roundRect">
            <a:avLst>
              <a:gd name="adj" fmla="val 6897"/>
            </a:avLst>
          </a:prstGeom>
          <a:solidFill>
            <a:srgbClr val="FFFFFF">
              <a:alpha val="10000"/>
            </a:srgbClr>
          </a:solidFill>
          <a:ln/>
        </p:spPr>
      </p:sp>
      <p:sp>
        <p:nvSpPr>
          <p:cNvPr id="6" name="Shape 4"/>
          <p:cNvSpPr/>
          <p:nvPr/>
        </p:nvSpPr>
        <p:spPr>
          <a:xfrm>
            <a:off x="685800" y="3337560"/>
            <a:ext cx="411480" cy="411480"/>
          </a:xfrm>
          <a:prstGeom prst="ellipse">
            <a:avLst/>
          </a:prstGeom>
          <a:solidFill>
            <a:schemeClr val="accent1"/>
          </a:solidFill>
          <a:ln/>
        </p:spPr>
      </p:sp>
      <p:sp>
        <p:nvSpPr>
          <p:cNvPr id="7" name="Text 5"/>
          <p:cNvSpPr txBox="1"/>
          <p:nvPr/>
        </p:nvSpPr>
        <p:spPr>
          <a:xfrm>
            <a:off x="685800" y="33375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8" name="Text 6"/>
          <p:cNvSpPr txBox="1"/>
          <p:nvPr/>
        </p:nvSpPr>
        <p:spPr>
          <a:xfrm>
            <a:off x="1188720" y="3337560"/>
            <a:ext cx="1188720" cy="411480"/>
          </a:xfrm>
          <a:prstGeom prst="rect">
            <a:avLst/>
          </a:prstGeom>
          <a:noFill/>
          <a:ln/>
        </p:spPr>
        <p:txBody>
          <a:bodyPr wrap="square" lIns="0" tIns="0" rIns="0" bIns="0" rtlCol="0" anchor="ctr"/>
          <a:lstStyle/>
          <a:p>
            <a:pPr indent="0" marL="0">
              <a:buNone/>
            </a:pPr>
            <a:r>
              <a:rPr lang="en-US" sz="1200" b="1" dirty="0">
                <a:solidFill>
                  <a:schemeClr val="bg1"/>
                </a:solidFill>
              </a:rPr>
              <a:t>Group A  ·  vs B</a:t>
            </a:r>
            <a:endParaRPr lang="en-US" sz="1200" dirty="0"/>
          </a:p>
        </p:txBody>
      </p:sp>
      <p:sp>
        <p:nvSpPr>
          <p:cNvPr id="9" name="Text 7"/>
          <p:cNvSpPr txBox="1"/>
          <p:nvPr/>
        </p:nvSpPr>
        <p:spPr>
          <a:xfrm>
            <a:off x="685800" y="3840480"/>
            <a:ext cx="1645920" cy="594360"/>
          </a:xfrm>
          <a:prstGeom prst="rect">
            <a:avLst/>
          </a:prstGeom>
          <a:noFill/>
          <a:ln/>
        </p:spPr>
        <p:txBody>
          <a:bodyPr wrap="square" lIns="0" tIns="0" rIns="0" bIns="0" rtlCol="0" anchor="t"/>
          <a:lstStyle/>
          <a:p>
            <a:pPr indent="0" marL="0">
              <a:buNone/>
            </a:pPr>
            <a:r>
              <a:rPr lang="en-US" sz="1100" dirty="0">
                <a:solidFill>
                  <a:schemeClr val="accent6"/>
                </a:solidFill>
              </a:rPr>
              <a:t>Helmi, Ruby, Aidan, Asma', Jay</a:t>
            </a:r>
            <a:endParaRPr lang="en-US" sz="1100" dirty="0"/>
          </a:p>
        </p:txBody>
      </p:sp>
      <p:sp>
        <p:nvSpPr>
          <p:cNvPr id="10" name="Group B card"/>
          <p:cNvSpPr/>
          <p:nvPr/>
        </p:nvSpPr>
        <p:spPr>
          <a:xfrm>
            <a:off x="2606040" y="3200400"/>
            <a:ext cx="1874520" cy="1325880"/>
          </a:xfrm>
          <a:prstGeom prst="roundRect">
            <a:avLst>
              <a:gd name="adj" fmla="val 6897"/>
            </a:avLst>
          </a:prstGeom>
          <a:solidFill>
            <a:srgbClr val="FFFFFF">
              <a:alpha val="10000"/>
            </a:srgbClr>
          </a:solidFill>
          <a:ln/>
        </p:spPr>
      </p:sp>
      <p:sp>
        <p:nvSpPr>
          <p:cNvPr id="11" name="Shape 9"/>
          <p:cNvSpPr/>
          <p:nvPr/>
        </p:nvSpPr>
        <p:spPr>
          <a:xfrm>
            <a:off x="2743200" y="3337560"/>
            <a:ext cx="411480" cy="411480"/>
          </a:xfrm>
          <a:prstGeom prst="ellipse">
            <a:avLst/>
          </a:prstGeom>
          <a:solidFill>
            <a:schemeClr val="accent2"/>
          </a:solidFill>
          <a:ln/>
        </p:spPr>
      </p:sp>
      <p:sp>
        <p:nvSpPr>
          <p:cNvPr id="12" name="Text 10"/>
          <p:cNvSpPr txBox="1"/>
          <p:nvPr/>
        </p:nvSpPr>
        <p:spPr>
          <a:xfrm>
            <a:off x="2743200" y="33375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3" name="Text 11"/>
          <p:cNvSpPr txBox="1"/>
          <p:nvPr/>
        </p:nvSpPr>
        <p:spPr>
          <a:xfrm>
            <a:off x="3246120" y="3337560"/>
            <a:ext cx="1188720" cy="411480"/>
          </a:xfrm>
          <a:prstGeom prst="rect">
            <a:avLst/>
          </a:prstGeom>
          <a:noFill/>
          <a:ln/>
        </p:spPr>
        <p:txBody>
          <a:bodyPr wrap="square" lIns="0" tIns="0" rIns="0" bIns="0" rtlCol="0" anchor="ctr"/>
          <a:lstStyle/>
          <a:p>
            <a:pPr indent="0" marL="0">
              <a:buNone/>
            </a:pPr>
            <a:r>
              <a:rPr lang="en-US" sz="1200" b="1" dirty="0">
                <a:solidFill>
                  <a:schemeClr val="bg1"/>
                </a:solidFill>
              </a:rPr>
              <a:t>Group B  ·  vs A</a:t>
            </a:r>
            <a:endParaRPr lang="en-US" sz="1200" dirty="0"/>
          </a:p>
        </p:txBody>
      </p:sp>
      <p:sp>
        <p:nvSpPr>
          <p:cNvPr id="14" name="Text 12"/>
          <p:cNvSpPr txBox="1"/>
          <p:nvPr/>
        </p:nvSpPr>
        <p:spPr>
          <a:xfrm>
            <a:off x="2743200" y="3840480"/>
            <a:ext cx="1645920" cy="594360"/>
          </a:xfrm>
          <a:prstGeom prst="rect">
            <a:avLst/>
          </a:prstGeom>
          <a:noFill/>
          <a:ln/>
        </p:spPr>
        <p:txBody>
          <a:bodyPr wrap="square" lIns="0" tIns="0" rIns="0" bIns="0" rtlCol="0" anchor="t"/>
          <a:lstStyle/>
          <a:p>
            <a:pPr indent="0" marL="0">
              <a:buNone/>
            </a:pPr>
            <a:r>
              <a:rPr lang="en-US" sz="1100" dirty="0">
                <a:solidFill>
                  <a:schemeClr val="accent6"/>
                </a:solidFill>
              </a:rPr>
              <a:t>Aina, Ashley, Hairul, Raf, Shahrul</a:t>
            </a:r>
            <a:endParaRPr lang="en-US" sz="1100" dirty="0"/>
          </a:p>
        </p:txBody>
      </p:sp>
      <p:sp>
        <p:nvSpPr>
          <p:cNvPr id="15" name="Group C card"/>
          <p:cNvSpPr/>
          <p:nvPr/>
        </p:nvSpPr>
        <p:spPr>
          <a:xfrm>
            <a:off x="4663440" y="3200400"/>
            <a:ext cx="1874520" cy="1325880"/>
          </a:xfrm>
          <a:prstGeom prst="roundRect">
            <a:avLst>
              <a:gd name="adj" fmla="val 6897"/>
            </a:avLst>
          </a:prstGeom>
          <a:solidFill>
            <a:srgbClr val="FFFFFF">
              <a:alpha val="10000"/>
            </a:srgbClr>
          </a:solidFill>
          <a:ln/>
        </p:spPr>
      </p:sp>
      <p:sp>
        <p:nvSpPr>
          <p:cNvPr id="16" name="Shape 14"/>
          <p:cNvSpPr/>
          <p:nvPr/>
        </p:nvSpPr>
        <p:spPr>
          <a:xfrm>
            <a:off x="4800600" y="3337560"/>
            <a:ext cx="411480" cy="411480"/>
          </a:xfrm>
          <a:prstGeom prst="ellipse">
            <a:avLst/>
          </a:prstGeom>
          <a:solidFill>
            <a:schemeClr val="accent3"/>
          </a:solidFill>
          <a:ln/>
        </p:spPr>
      </p:sp>
      <p:sp>
        <p:nvSpPr>
          <p:cNvPr id="17" name="Text 15"/>
          <p:cNvSpPr txBox="1"/>
          <p:nvPr/>
        </p:nvSpPr>
        <p:spPr>
          <a:xfrm>
            <a:off x="4800600" y="33375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8" name="Text 16"/>
          <p:cNvSpPr txBox="1"/>
          <p:nvPr/>
        </p:nvSpPr>
        <p:spPr>
          <a:xfrm>
            <a:off x="5303520" y="3337560"/>
            <a:ext cx="1188720" cy="411480"/>
          </a:xfrm>
          <a:prstGeom prst="rect">
            <a:avLst/>
          </a:prstGeom>
          <a:noFill/>
          <a:ln/>
        </p:spPr>
        <p:txBody>
          <a:bodyPr wrap="square" lIns="0" tIns="0" rIns="0" bIns="0" rtlCol="0" anchor="ctr"/>
          <a:lstStyle/>
          <a:p>
            <a:pPr indent="0" marL="0">
              <a:buNone/>
            </a:pPr>
            <a:r>
              <a:rPr lang="en-US" sz="1200" b="1" dirty="0">
                <a:solidFill>
                  <a:schemeClr val="bg1"/>
                </a:solidFill>
              </a:rPr>
              <a:t>Group C  ·  vs D</a:t>
            </a:r>
            <a:endParaRPr lang="en-US" sz="1200" dirty="0"/>
          </a:p>
        </p:txBody>
      </p:sp>
      <p:sp>
        <p:nvSpPr>
          <p:cNvPr id="19" name="Text 17"/>
          <p:cNvSpPr txBox="1"/>
          <p:nvPr/>
        </p:nvSpPr>
        <p:spPr>
          <a:xfrm>
            <a:off x="4800600" y="3840480"/>
            <a:ext cx="1645920" cy="594360"/>
          </a:xfrm>
          <a:prstGeom prst="rect">
            <a:avLst/>
          </a:prstGeom>
          <a:noFill/>
          <a:ln/>
        </p:spPr>
        <p:txBody>
          <a:bodyPr wrap="square" lIns="0" tIns="0" rIns="0" bIns="0" rtlCol="0" anchor="t"/>
          <a:lstStyle/>
          <a:p>
            <a:pPr indent="0" marL="0">
              <a:buNone/>
            </a:pPr>
            <a:r>
              <a:rPr lang="en-US" sz="1100" dirty="0">
                <a:solidFill>
                  <a:schemeClr val="accent6"/>
                </a:solidFill>
              </a:rPr>
              <a:t>Aiman, Huai Yu, Ragina, Eleora, Yu Han</a:t>
            </a:r>
            <a:endParaRPr lang="en-US" sz="1100" dirty="0"/>
          </a:p>
        </p:txBody>
      </p:sp>
      <p:sp>
        <p:nvSpPr>
          <p:cNvPr id="20" name="Group D card"/>
          <p:cNvSpPr/>
          <p:nvPr/>
        </p:nvSpPr>
        <p:spPr>
          <a:xfrm>
            <a:off x="6720840" y="3200400"/>
            <a:ext cx="1874520" cy="1325880"/>
          </a:xfrm>
          <a:prstGeom prst="roundRect">
            <a:avLst>
              <a:gd name="adj" fmla="val 6897"/>
            </a:avLst>
          </a:prstGeom>
          <a:solidFill>
            <a:srgbClr val="FFFFFF">
              <a:alpha val="10000"/>
            </a:srgbClr>
          </a:solidFill>
          <a:ln/>
        </p:spPr>
      </p:sp>
      <p:sp>
        <p:nvSpPr>
          <p:cNvPr id="21" name="Shape 19"/>
          <p:cNvSpPr/>
          <p:nvPr/>
        </p:nvSpPr>
        <p:spPr>
          <a:xfrm>
            <a:off x="6858000" y="3337560"/>
            <a:ext cx="411480" cy="411480"/>
          </a:xfrm>
          <a:prstGeom prst="ellipse">
            <a:avLst/>
          </a:prstGeom>
          <a:solidFill>
            <a:schemeClr val="accent4"/>
          </a:solidFill>
          <a:ln/>
        </p:spPr>
      </p:sp>
      <p:sp>
        <p:nvSpPr>
          <p:cNvPr id="22" name="Text 20"/>
          <p:cNvSpPr txBox="1"/>
          <p:nvPr/>
        </p:nvSpPr>
        <p:spPr>
          <a:xfrm>
            <a:off x="6858000" y="333756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3" name="Text 21"/>
          <p:cNvSpPr txBox="1"/>
          <p:nvPr/>
        </p:nvSpPr>
        <p:spPr>
          <a:xfrm>
            <a:off x="7360920" y="3337560"/>
            <a:ext cx="1188720" cy="411480"/>
          </a:xfrm>
          <a:prstGeom prst="rect">
            <a:avLst/>
          </a:prstGeom>
          <a:noFill/>
          <a:ln/>
        </p:spPr>
        <p:txBody>
          <a:bodyPr wrap="square" lIns="0" tIns="0" rIns="0" bIns="0" rtlCol="0" anchor="ctr"/>
          <a:lstStyle/>
          <a:p>
            <a:pPr indent="0" marL="0">
              <a:buNone/>
            </a:pPr>
            <a:r>
              <a:rPr lang="en-US" sz="1200" b="1" dirty="0">
                <a:solidFill>
                  <a:schemeClr val="bg1"/>
                </a:solidFill>
              </a:rPr>
              <a:t>Group D  ·  vs C</a:t>
            </a:r>
            <a:endParaRPr lang="en-US" sz="1200" dirty="0"/>
          </a:p>
        </p:txBody>
      </p:sp>
      <p:sp>
        <p:nvSpPr>
          <p:cNvPr id="24" name="Text 22"/>
          <p:cNvSpPr txBox="1"/>
          <p:nvPr/>
        </p:nvSpPr>
        <p:spPr>
          <a:xfrm>
            <a:off x="6858000" y="3840480"/>
            <a:ext cx="1645920" cy="594360"/>
          </a:xfrm>
          <a:prstGeom prst="rect">
            <a:avLst/>
          </a:prstGeom>
          <a:noFill/>
          <a:ln/>
        </p:spPr>
        <p:txBody>
          <a:bodyPr wrap="square" lIns="0" tIns="0" rIns="0" bIns="0" rtlCol="0" anchor="t"/>
          <a:lstStyle/>
          <a:p>
            <a:pPr indent="0" marL="0">
              <a:buNone/>
            </a:pPr>
            <a:r>
              <a:rPr lang="en-US" sz="1100" dirty="0">
                <a:solidFill>
                  <a:schemeClr val="accent6"/>
                </a:solidFill>
              </a:rPr>
              <a:t>Nicholas, Amir, Jord, Liyana, Chiew</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BEFORE YOU PLAY</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Getting started</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2"/>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1600" b="1" dirty="0">
                <a:solidFill>
                  <a:schemeClr val="accent2"/>
                </a:solidFill>
                <a:latin typeface="Cambria" pitchFamily="34" charset="0"/>
                <a:ea typeface="Cambria" pitchFamily="34" charset="-122"/>
                <a:cs typeface="Cambria" pitchFamily="34" charset="-120"/>
              </a:rPr>
              <a:t>GO</a:t>
            </a:r>
            <a:endParaRPr lang="en-US" sz="16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2"/>
                </a:solidFill>
              </a:rPr>
              <a:t>START</a:t>
            </a:r>
            <a:endParaRPr lang="en-US" sz="1100" dirty="0"/>
          </a:p>
          <a:p>
            <a:pPr marL="177800" indent="-177800">
              <a:spcAft>
                <a:spcPts val="300"/>
              </a:spcAft>
              <a:buSzPct val="100000"/>
              <a:buChar char="•"/>
            </a:pPr>
            <a:r>
              <a:rPr lang="en-US" sz="1500" dirty="0">
                <a:solidFill>
                  <a:schemeClr val="tx1"/>
                </a:solidFill>
              </a:rPr>
              <a:t>Open Treasure Hunt → see your group</a:t>
            </a:r>
            <a:endParaRPr lang="en-US" sz="1100" dirty="0"/>
          </a:p>
          <a:p>
            <a:pPr marL="177800" indent="-177800">
              <a:spcAft>
                <a:spcPts val="300"/>
              </a:spcAft>
              <a:buSzPct val="100000"/>
              <a:buChar char="•"/>
            </a:pPr>
            <a:r>
              <a:rPr lang="en-US" sz="1500" dirty="0">
                <a:solidFill>
                  <a:schemeClr val="tx1"/>
                </a:solidFill>
              </a:rPr>
              <a:t>“Waiting for the committee” until it opens</a:t>
            </a:r>
            <a:endParaRPr lang="en-US" sz="1100" dirty="0"/>
          </a:p>
          <a:p>
            <a:pPr marL="177800" indent="-177800">
              <a:spcAft>
                <a:spcPts val="300"/>
              </a:spcAft>
              <a:buSzPct val="100000"/>
              <a:buChar char="•"/>
            </a:pPr>
            <a:r>
              <a:rPr lang="en-US" sz="1500" dirty="0">
                <a:solidFill>
                  <a:schemeClr val="tx1"/>
                </a:solidFill>
              </a:rPr>
              <a:t>Tap Start the hunt → 90-min clock starts</a:t>
            </a:r>
            <a:endParaRPr lang="en-US" sz="1100" dirty="0"/>
          </a:p>
          <a:p>
            <a:pPr indent="0" marL="0">
              <a:spcBef>
                <a:spcPts val="1000"/>
              </a:spcBef>
              <a:spcAft>
                <a:spcPts val="200"/>
              </a:spcAft>
              <a:buNone/>
            </a:pPr>
            <a:r>
              <a:rPr lang="en-US" sz="1100" b="1" spc="100" kern="0" dirty="0">
                <a:solidFill>
                  <a:schemeClr val="accent2"/>
                </a:solidFill>
              </a:rPr>
              <a:t>MAIN MENU</a:t>
            </a:r>
            <a:endParaRPr lang="en-US" sz="1100" dirty="0"/>
          </a:p>
          <a:p>
            <a:pPr marL="177800" indent="-177800">
              <a:spcAft>
                <a:spcPts val="300"/>
              </a:spcAft>
              <a:buSzPct val="100000"/>
              <a:buChar char="•"/>
            </a:pPr>
            <a:r>
              <a:rPr lang="en-US" sz="1500" dirty="0">
                <a:solidFill>
                  <a:schemeClr val="tx1"/>
                </a:solidFill>
              </a:rPr>
              <a:t>Stamp rally: 6 slots, one per game</a:t>
            </a:r>
            <a:endParaRPr lang="en-US" sz="1100" dirty="0"/>
          </a:p>
          <a:p>
            <a:pPr marL="177800" indent="-177800">
              <a:spcAft>
                <a:spcPts val="300"/>
              </a:spcAft>
              <a:buSzPct val="100000"/>
              <a:buChar char="•"/>
            </a:pPr>
            <a:r>
              <a:rPr lang="en-US" sz="1500" dirty="0">
                <a:solidFill>
                  <a:schemeClr val="tx1"/>
                </a:solidFill>
              </a:rPr>
              <a:t>Open any game, any order — skip if you like</a:t>
            </a:r>
            <a:endParaRPr lang="en-US" sz="1100" dirty="0"/>
          </a:p>
          <a:p>
            <a:pPr marL="177800" indent="-177800">
              <a:spcAft>
                <a:spcPts val="300"/>
              </a:spcAft>
              <a:buSzPct val="100000"/>
              <a:buChar char="•"/>
            </a:pPr>
            <a:r>
              <a:rPr lang="en-US" sz="1500" dirty="0">
                <a:solidFill>
                  <a:schemeClr val="tx1"/>
                </a:solidFill>
              </a:rPr>
              <a:t>Main menu button saves progress</a:t>
            </a:r>
            <a:endParaRPr lang="en-US" sz="1100" dirty="0"/>
          </a:p>
          <a:p>
            <a:pPr indent="0" marL="0">
              <a:spcBef>
                <a:spcPts val="1000"/>
              </a:spcBef>
              <a:spcAft>
                <a:spcPts val="200"/>
              </a:spcAft>
              <a:buNone/>
            </a:pPr>
            <a:r>
              <a:rPr lang="en-US" sz="1100" b="1" spc="100" kern="0" dirty="0">
                <a:solidFill>
                  <a:schemeClr val="accent2"/>
                </a:solidFill>
              </a:rPr>
              <a:t>MAP &amp; FINISH</a:t>
            </a:r>
            <a:endParaRPr lang="en-US" sz="1100" dirty="0"/>
          </a:p>
          <a:p>
            <a:pPr marL="177800" indent="-177800">
              <a:spcAft>
                <a:spcPts val="300"/>
              </a:spcAft>
              <a:buSzPct val="100000"/>
              <a:buChar char="•"/>
            </a:pPr>
            <a:r>
              <a:rPr lang="en-US" sz="1500" dirty="0">
                <a:solidFill>
                  <a:schemeClr val="tx1"/>
                </a:solidFill>
              </a:rPr>
              <a:t>Stay inside the 6 outlined areas</a:t>
            </a:r>
            <a:endParaRPr lang="en-US" sz="1100" dirty="0"/>
          </a:p>
          <a:p>
            <a:pPr marL="177800" indent="-177800">
              <a:spcAft>
                <a:spcPts val="300"/>
              </a:spcAft>
              <a:buSzPct val="100000"/>
              <a:buChar char="•"/>
            </a:pPr>
            <a:r>
              <a:rPr lang="en-US" sz="1500" dirty="0">
                <a:solidFill>
                  <a:schemeClr val="tx1"/>
                </a:solidFill>
              </a:rPr>
              <a:t>Finish the hunt any time; closes at 0:00</a:t>
            </a:r>
            <a:endParaRPr lang="en-US" sz="1100" dirty="0"/>
          </a:p>
        </p:txBody>
      </p:sp>
      <p:sp>
        <p:nvSpPr>
          <p:cNvPr id="7" name="Phone placeholder – Start screen"/>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Start screen"/>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Start screen</a:t>
            </a:r>
            <a:endParaRPr lang="en-US" sz="2200" dirty="0"/>
          </a:p>
          <a:p>
            <a:pPr algn="ctr" indent="0" marL="0">
              <a:buNone/>
            </a:pPr>
            <a:r>
              <a:rPr lang="en-US" sz="1000" dirty="0">
                <a:solidFill>
                  <a:schemeClr val="accent5"/>
                </a:solidFill>
              </a:rPr>
              <a:t>Start the hunt</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Start screen</a:t>
            </a:r>
            <a:endParaRPr lang="en-US" sz="1000" dirty="0"/>
          </a:p>
        </p:txBody>
      </p:sp>
      <p:sp>
        <p:nvSpPr>
          <p:cNvPr id="11" name="Phone placeholder – Main menu"/>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Main menu"/>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Main menu</a:t>
            </a:r>
            <a:endParaRPr lang="en-US" sz="2200" dirty="0"/>
          </a:p>
          <a:p>
            <a:pPr algn="ctr" indent="0" marL="0">
              <a:buNone/>
            </a:pPr>
            <a:r>
              <a:rPr lang="en-US" sz="1000" dirty="0">
                <a:solidFill>
                  <a:schemeClr val="accent5"/>
                </a:solidFill>
              </a:rPr>
              <a:t>Stamp rally + games</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Main menu</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1 OF 6</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Photo bingo</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GOAL</a:t>
            </a:r>
            <a:endParaRPr lang="en-US" sz="1100" dirty="0"/>
          </a:p>
          <a:p>
            <a:pPr marL="177800" indent="-177800">
              <a:spcAft>
                <a:spcPts val="300"/>
              </a:spcAft>
              <a:buSzPct val="100000"/>
              <a:buChar char="•"/>
            </a:pPr>
            <a:r>
              <a:rPr lang="en-US" sz="1500" dirty="0">
                <a:solidFill>
                  <a:schemeClr val="tx1"/>
                </a:solidFill>
              </a:rPr>
              <a:t>Find every spot on your photo card</a:t>
            </a:r>
            <a:endParaRPr lang="en-US" sz="1100" dirty="0"/>
          </a:p>
          <a:p>
            <a:pPr marL="177800" indent="-177800">
              <a:spcAft>
                <a:spcPts val="300"/>
              </a:spcAft>
              <a:buSzPct val="100000"/>
              <a:buChar char="•"/>
            </a:pPr>
            <a:r>
              <a:rPr lang="en-US" sz="1500" dirty="0">
                <a:solidFill>
                  <a:schemeClr val="tx1"/>
                </a:solidFill>
              </a:rPr>
              <a:t>Whole-team selfie at each spot</a:t>
            </a:r>
            <a:endParaRPr lang="en-US" sz="1100" dirty="0"/>
          </a:p>
          <a:p>
            <a:pPr indent="0" marL="0">
              <a:spcBef>
                <a:spcPts val="1000"/>
              </a:spcBef>
              <a:spcAft>
                <a:spcPts val="200"/>
              </a:spcAft>
              <a:buNone/>
            </a:pPr>
            <a:r>
              <a:rPr lang="en-US" sz="1100" b="1" spc="100" kern="0" dirty="0">
                <a:solidFill>
                  <a:schemeClr val="accent1"/>
                </a:solidFill>
              </a:rPr>
              <a:t>HOW TO PLAY</a:t>
            </a:r>
            <a:endParaRPr lang="en-US" sz="1100" dirty="0"/>
          </a:p>
          <a:p>
            <a:pPr marL="177800" indent="-177800">
              <a:spcAft>
                <a:spcPts val="300"/>
              </a:spcAft>
              <a:buSzPct val="100000"/>
              <a:buChar char="•"/>
            </a:pPr>
            <a:r>
              <a:rPr lang="en-US" sz="1500" dirty="0">
                <a:solidFill>
                  <a:schemeClr val="tx1"/>
                </a:solidFill>
              </a:rPr>
              <a:t>Tap a tile → see the spot full-size</a:t>
            </a:r>
            <a:endParaRPr lang="en-US" sz="1100" dirty="0"/>
          </a:p>
          <a:p>
            <a:pPr marL="177800" indent="-177800">
              <a:spcAft>
                <a:spcPts val="300"/>
              </a:spcAft>
              <a:buSzPct val="100000"/>
              <a:buChar char="•"/>
            </a:pPr>
            <a:r>
              <a:rPr lang="en-US" sz="1500" dirty="0">
                <a:solidFill>
                  <a:schemeClr val="tx1"/>
                </a:solidFill>
              </a:rPr>
              <a:t>At the spot → 📷 Take the photo</a:t>
            </a:r>
            <a:endParaRPr lang="en-US" sz="1100" dirty="0"/>
          </a:p>
          <a:p>
            <a:pPr marL="177800" indent="-177800">
              <a:spcAft>
                <a:spcPts val="300"/>
              </a:spcAft>
              <a:buSzPct val="100000"/>
              <a:buChar char="•"/>
            </a:pPr>
            <a:r>
              <a:rPr lang="en-US" sz="1500" dirty="0">
                <a:solidFill>
                  <a:schemeClr val="tx1"/>
                </a:solidFill>
              </a:rPr>
              <a:t>Anyone can snap any tile, any phone</a:t>
            </a:r>
            <a:endParaRPr lang="en-US" sz="1100" dirty="0"/>
          </a:p>
          <a:p>
            <a:pPr marL="177800" indent="-177800">
              <a:spcAft>
                <a:spcPts val="300"/>
              </a:spcAft>
              <a:buSzPct val="100000"/>
              <a:buChar char="•"/>
            </a:pPr>
            <a:r>
              <a:rPr lang="en-US" sz="1500" dirty="0">
                <a:solidFill>
                  <a:schemeClr val="tx1"/>
                </a:solidFill>
              </a:rPr>
              <a:t>All filled → Collect the stamp</a:t>
            </a:r>
            <a:endParaRPr lang="en-US" sz="1100" dirty="0"/>
          </a:p>
          <a:p>
            <a:pPr indent="0" marL="0">
              <a:spcBef>
                <a:spcPts val="1000"/>
              </a:spcBef>
              <a:spcAft>
                <a:spcPts val="200"/>
              </a:spcAft>
              <a:buNone/>
            </a:pPr>
            <a:r>
              <a:rPr lang="en-US" sz="1100" b="1" spc="100" kern="0" dirty="0">
                <a:solidFill>
                  <a:schemeClr val="accent1"/>
                </a:solidFill>
              </a:rPr>
              <a:t>SCORING</a:t>
            </a:r>
            <a:endParaRPr lang="en-US" sz="1100" dirty="0"/>
          </a:p>
          <a:p>
            <a:pPr marL="177800" indent="-177800">
              <a:spcAft>
                <a:spcPts val="300"/>
              </a:spcAft>
              <a:buSzPct val="100000"/>
              <a:buChar char="•"/>
            </a:pPr>
            <a:r>
              <a:rPr lang="en-US" sz="1500" dirty="0">
                <a:solidFill>
                  <a:schemeClr val="tx1"/>
                </a:solidFill>
              </a:rPr>
              <a:t>1 pt per photo · +5 full card · +10 stamp</a:t>
            </a:r>
            <a:endParaRPr lang="en-US" sz="1100" dirty="0"/>
          </a:p>
        </p:txBody>
      </p:sp>
      <p:sp>
        <p:nvSpPr>
          <p:cNvPr id="7" name="Phone placeholder – Bingo card"/>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Bingo card"/>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Bingo card</a:t>
            </a:r>
            <a:endParaRPr lang="en-US" sz="2200" dirty="0"/>
          </a:p>
          <a:p>
            <a:pPr algn="ctr" indent="0" marL="0">
              <a:buNone/>
            </a:pPr>
            <a:r>
              <a:rPr lang="en-US" sz="1000" dirty="0">
                <a:solidFill>
                  <a:schemeClr val="accent5"/>
                </a:solidFill>
              </a:rPr>
              <a:t>Tile grid · x/y done</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Bingo card</a:t>
            </a:r>
            <a:endParaRPr lang="en-US" sz="1000" dirty="0"/>
          </a:p>
        </p:txBody>
      </p:sp>
      <p:sp>
        <p:nvSpPr>
          <p:cNvPr id="11" name="Phone placeholder – Tile pop-up"/>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Tile pop-up"/>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Tile pop-up</a:t>
            </a:r>
            <a:endParaRPr lang="en-US" sz="2200" dirty="0"/>
          </a:p>
          <a:p>
            <a:pPr algn="ctr" indent="0" marL="0">
              <a:buNone/>
            </a:pPr>
            <a:r>
              <a:rPr lang="en-US" sz="1000" dirty="0">
                <a:solidFill>
                  <a:schemeClr val="accent5"/>
                </a:solidFill>
              </a:rPr>
              <a:t>Find this · Take photo</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Tile pop-up</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2 OF 6</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Copy the pose</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GOAL</a:t>
            </a:r>
            <a:endParaRPr lang="en-US" sz="1100" dirty="0"/>
          </a:p>
          <a:p>
            <a:pPr marL="177800" indent="-177800">
              <a:spcAft>
                <a:spcPts val="300"/>
              </a:spcAft>
              <a:buSzPct val="100000"/>
              <a:buChar char="•"/>
            </a:pPr>
            <a:r>
              <a:rPr lang="en-US" sz="1500" dirty="0">
                <a:solidFill>
                  <a:schemeClr val="tx1"/>
                </a:solidFill>
              </a:rPr>
              <a:t>Go to the WHERE photo’s place</a:t>
            </a:r>
            <a:endParaRPr lang="en-US" sz="1100" dirty="0"/>
          </a:p>
          <a:p>
            <a:pPr marL="177800" indent="-177800">
              <a:spcAft>
                <a:spcPts val="300"/>
              </a:spcAft>
              <a:buSzPct val="100000"/>
              <a:buChar char="•"/>
            </a:pPr>
            <a:r>
              <a:rPr lang="en-US" sz="1500" dirty="0">
                <a:solidFill>
                  <a:schemeClr val="tx1"/>
                </a:solidFill>
              </a:rPr>
              <a:t>Copy the POSE photo exactly</a:t>
            </a:r>
            <a:endParaRPr lang="en-US" sz="1100" dirty="0"/>
          </a:p>
          <a:p>
            <a:pPr indent="0" marL="0">
              <a:spcBef>
                <a:spcPts val="1000"/>
              </a:spcBef>
              <a:spcAft>
                <a:spcPts val="200"/>
              </a:spcAft>
              <a:buNone/>
            </a:pPr>
            <a:r>
              <a:rPr lang="en-US" sz="1100" b="1" spc="100" kern="0" dirty="0">
                <a:solidFill>
                  <a:schemeClr val="accent1"/>
                </a:solidFill>
              </a:rPr>
              <a:t>HOW TO PLAY</a:t>
            </a:r>
            <a:endParaRPr lang="en-US" sz="1100" dirty="0"/>
          </a:p>
          <a:p>
            <a:pPr marL="177800" indent="-177800">
              <a:spcAft>
                <a:spcPts val="300"/>
              </a:spcAft>
              <a:buSzPct val="100000"/>
              <a:buChar char="•"/>
            </a:pPr>
            <a:r>
              <a:rPr lang="en-US" sz="1500" dirty="0">
                <a:solidFill>
                  <a:schemeClr val="tx1"/>
                </a:solidFill>
              </a:rPr>
              <a:t>Everyone in the frame</a:t>
            </a:r>
            <a:endParaRPr lang="en-US" sz="1100" dirty="0"/>
          </a:p>
          <a:p>
            <a:pPr marL="177800" indent="-177800">
              <a:spcAft>
                <a:spcPts val="300"/>
              </a:spcAft>
              <a:buSzPct val="100000"/>
              <a:buChar char="•"/>
            </a:pPr>
            <a:r>
              <a:rPr lang="en-US" sz="1500" dirty="0">
                <a:solidFill>
                  <a:schemeClr val="tx1"/>
                </a:solidFill>
              </a:rPr>
              <a:t>Ask a passer-by to hold the phone</a:t>
            </a:r>
            <a:endParaRPr lang="en-US" sz="1100" dirty="0"/>
          </a:p>
          <a:p>
            <a:pPr marL="177800" indent="-177800">
              <a:spcAft>
                <a:spcPts val="300"/>
              </a:spcAft>
              <a:buSzPct val="100000"/>
              <a:buChar char="•"/>
            </a:pPr>
            <a:r>
              <a:rPr lang="en-US" sz="1500" dirty="0">
                <a:solidFill>
                  <a:schemeClr val="tx1"/>
                </a:solidFill>
              </a:rPr>
              <a:t>Add your group photo → Send photo</a:t>
            </a:r>
            <a:endParaRPr lang="en-US" sz="1100" dirty="0"/>
          </a:p>
          <a:p>
            <a:pPr indent="0" marL="0">
              <a:spcBef>
                <a:spcPts val="1000"/>
              </a:spcBef>
              <a:spcAft>
                <a:spcPts val="200"/>
              </a:spcAft>
              <a:buNone/>
            </a:pPr>
            <a:r>
              <a:rPr lang="en-US" sz="1100" b="1" spc="100" kern="0" dirty="0">
                <a:solidFill>
                  <a:schemeClr val="accent1"/>
                </a:solidFill>
              </a:rPr>
              <a:t>SCORING</a:t>
            </a:r>
            <a:endParaRPr lang="en-US" sz="1100" dirty="0"/>
          </a:p>
          <a:p>
            <a:pPr marL="177800" indent="-177800">
              <a:spcAft>
                <a:spcPts val="300"/>
              </a:spcAft>
              <a:buSzPct val="100000"/>
              <a:buChar char="•"/>
            </a:pPr>
            <a:r>
              <a:rPr lang="en-US" sz="1500" dirty="0">
                <a:solidFill>
                  <a:schemeClr val="tx1"/>
                </a:solidFill>
              </a:rPr>
              <a:t>+10 stamp</a:t>
            </a:r>
            <a:endParaRPr lang="en-US" sz="1100" dirty="0"/>
          </a:p>
          <a:p>
            <a:pPr marL="177800" indent="-177800">
              <a:spcAft>
                <a:spcPts val="300"/>
              </a:spcAft>
              <a:buSzPct val="100000"/>
              <a:buChar char="•"/>
            </a:pPr>
            <a:r>
              <a:rPr lang="en-US" sz="1500" dirty="0">
                <a:solidFill>
                  <a:schemeClr val="tx1"/>
                </a:solidFill>
              </a:rPr>
              <a:t>Best pose photo: +5 at the finish</a:t>
            </a:r>
            <a:endParaRPr lang="en-US" sz="1100" dirty="0"/>
          </a:p>
        </p:txBody>
      </p:sp>
      <p:sp>
        <p:nvSpPr>
          <p:cNvPr id="7" name="Phone placeholder – Pose screen"/>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Pose screen"/>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Pose screen</a:t>
            </a:r>
            <a:endParaRPr lang="en-US" sz="2200" dirty="0"/>
          </a:p>
          <a:p>
            <a:pPr algn="ctr" indent="0" marL="0">
              <a:buNone/>
            </a:pPr>
            <a:r>
              <a:rPr lang="en-US" sz="1000" dirty="0">
                <a:solidFill>
                  <a:schemeClr val="accent5"/>
                </a:solidFill>
              </a:rPr>
              <a:t>WHERE + POSE photos</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Pose screen</a:t>
            </a:r>
            <a:endParaRPr lang="en-US" sz="1000" dirty="0"/>
          </a:p>
        </p:txBody>
      </p:sp>
      <p:sp>
        <p:nvSpPr>
          <p:cNvPr id="11" name="Phone placeholder – Upload"/>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Upload"/>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Upload</a:t>
            </a:r>
            <a:endParaRPr lang="en-US" sz="2200" dirty="0"/>
          </a:p>
          <a:p>
            <a:pPr algn="ctr" indent="0" marL="0">
              <a:buNone/>
            </a:pPr>
            <a:r>
              <a:rPr lang="en-US" sz="1000" dirty="0">
                <a:solidFill>
                  <a:schemeClr val="accent5"/>
                </a:solidFill>
              </a:rPr>
              <a:t>Add photo → Send</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Upload</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3 OF 6  ·  TWO PARTS</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Find the place + riddle</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PART 1 — FIND THE PLACE</a:t>
            </a:r>
            <a:endParaRPr lang="en-US" sz="1100" dirty="0"/>
          </a:p>
          <a:p>
            <a:pPr marL="177800" indent="-177800">
              <a:spcAft>
                <a:spcPts val="300"/>
              </a:spcAft>
              <a:buSzPct val="100000"/>
              <a:buChar char="•"/>
            </a:pPr>
            <a:r>
              <a:rPr lang="en-US" sz="1500" dirty="0">
                <a:solidFill>
                  <a:schemeClr val="tx1"/>
                </a:solidFill>
              </a:rPr>
              <a:t>Work out where the photo was taken</a:t>
            </a:r>
            <a:endParaRPr lang="en-US" sz="1100" dirty="0"/>
          </a:p>
          <a:p>
            <a:pPr marL="177800" indent="-177800">
              <a:spcAft>
                <a:spcPts val="300"/>
              </a:spcAft>
              <a:buSzPct val="100000"/>
              <a:buChar char="•"/>
            </a:pPr>
            <a:r>
              <a:rPr lang="en-US" sz="1500" dirty="0">
                <a:solidFill>
                  <a:schemeClr val="tx1"/>
                </a:solidFill>
              </a:rPr>
              <a:t>Team selfie there → Send selfie</a:t>
            </a:r>
            <a:endParaRPr lang="en-US" sz="1100" dirty="0"/>
          </a:p>
          <a:p>
            <a:pPr marL="177800" indent="-177800">
              <a:spcAft>
                <a:spcPts val="300"/>
              </a:spcAft>
              <a:buSzPct val="100000"/>
              <a:buChar char="•"/>
            </a:pPr>
            <a:r>
              <a:rPr lang="en-US" sz="1500" dirty="0">
                <a:solidFill>
                  <a:schemeClr val="tx1"/>
                </a:solidFill>
              </a:rPr>
              <a:t>Selfie unlocks the riddle</a:t>
            </a:r>
            <a:endParaRPr lang="en-US" sz="1100" dirty="0"/>
          </a:p>
          <a:p>
            <a:pPr indent="0" marL="0">
              <a:spcBef>
                <a:spcPts val="1000"/>
              </a:spcBef>
              <a:spcAft>
                <a:spcPts val="200"/>
              </a:spcAft>
              <a:buNone/>
            </a:pPr>
            <a:r>
              <a:rPr lang="en-US" sz="1100" b="1" spc="100" kern="0" dirty="0">
                <a:solidFill>
                  <a:schemeClr val="accent1"/>
                </a:solidFill>
              </a:rPr>
              <a:t>PART 2 — THREE SWITCHES</a:t>
            </a:r>
            <a:endParaRPr lang="en-US" sz="1100" dirty="0"/>
          </a:p>
          <a:p>
            <a:pPr marL="177800" indent="-177800">
              <a:spcAft>
                <a:spcPts val="300"/>
              </a:spcAft>
              <a:buSzPct val="100000"/>
              <a:buChar char="•"/>
            </a:pPr>
            <a:r>
              <a:rPr lang="en-US" sz="1500" dirty="0">
                <a:solidFill>
                  <a:schemeClr val="tx1"/>
                </a:solidFill>
              </a:rPr>
              <a:t>3 switches, 3 bulbs, enter the room once</a:t>
            </a:r>
            <a:endParaRPr lang="en-US" sz="1100" dirty="0"/>
          </a:p>
          <a:p>
            <a:pPr marL="177800" indent="-177800">
              <a:spcAft>
                <a:spcPts val="300"/>
              </a:spcAft>
              <a:buSzPct val="100000"/>
              <a:buChar char="•"/>
            </a:pPr>
            <a:r>
              <a:rPr lang="en-US" sz="1500" dirty="0">
                <a:solidFill>
                  <a:schemeClr val="tx1"/>
                </a:solidFill>
              </a:rPr>
              <a:t>Agree an answer → Send answer</a:t>
            </a:r>
            <a:endParaRPr lang="en-US" sz="1100" dirty="0"/>
          </a:p>
          <a:p>
            <a:pPr indent="0" marL="0">
              <a:spcBef>
                <a:spcPts val="1000"/>
              </a:spcBef>
              <a:spcAft>
                <a:spcPts val="200"/>
              </a:spcAft>
              <a:buNone/>
            </a:pPr>
            <a:r>
              <a:rPr lang="en-US" sz="1100" b="1" spc="100" kern="0" dirty="0">
                <a:solidFill>
                  <a:schemeClr val="accent1"/>
                </a:solidFill>
              </a:rPr>
              <a:t>RULES &amp; SCORING</a:t>
            </a:r>
            <a:endParaRPr lang="en-US" sz="1100" dirty="0"/>
          </a:p>
          <a:p>
            <a:pPr marL="177800" indent="-177800">
              <a:spcAft>
                <a:spcPts val="300"/>
              </a:spcAft>
              <a:buSzPct val="100000"/>
              <a:buChar char="•"/>
            </a:pPr>
            <a:r>
              <a:rPr lang="en-US" sz="1500" dirty="0">
                <a:solidFill>
                  <a:schemeClr val="tx1"/>
                </a:solidFill>
              </a:rPr>
              <a:t>No Google, no AI, no outside help</a:t>
            </a:r>
            <a:endParaRPr lang="en-US" sz="1100" dirty="0"/>
          </a:p>
          <a:p>
            <a:pPr marL="177800" indent="-177800">
              <a:spcAft>
                <a:spcPts val="300"/>
              </a:spcAft>
              <a:buSzPct val="100000"/>
              <a:buChar char="•"/>
            </a:pPr>
            <a:r>
              <a:rPr lang="en-US" sz="1500" dirty="0">
                <a:solidFill>
                  <a:schemeClr val="tx1"/>
                </a:solidFill>
              </a:rPr>
              <a:t>+10 stamp (on sending the riddle)</a:t>
            </a:r>
            <a:endParaRPr lang="en-US" sz="1100" dirty="0"/>
          </a:p>
        </p:txBody>
      </p:sp>
      <p:sp>
        <p:nvSpPr>
          <p:cNvPr id="7" name="Phone placeholder – Part 1"/>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Part 1"/>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Part 1</a:t>
            </a:r>
            <a:endParaRPr lang="en-US" sz="2200" dirty="0"/>
          </a:p>
          <a:p>
            <a:pPr algn="ctr" indent="0" marL="0">
              <a:buNone/>
            </a:pPr>
            <a:r>
              <a:rPr lang="en-US" sz="1000" dirty="0">
                <a:solidFill>
                  <a:schemeClr val="accent5"/>
                </a:solidFill>
              </a:rPr>
              <a:t>Spot photo · selfie</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Part 1</a:t>
            </a:r>
            <a:endParaRPr lang="en-US" sz="1000" dirty="0"/>
          </a:p>
        </p:txBody>
      </p:sp>
      <p:sp>
        <p:nvSpPr>
          <p:cNvPr id="11" name="Phone placeholder – Part 2"/>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Part 2"/>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Part 2</a:t>
            </a:r>
            <a:endParaRPr lang="en-US" sz="2200" dirty="0"/>
          </a:p>
          <a:p>
            <a:pPr algn="ctr" indent="0" marL="0">
              <a:buNone/>
            </a:pPr>
            <a:r>
              <a:rPr lang="en-US" sz="1000" dirty="0">
                <a:solidFill>
                  <a:schemeClr val="accent5"/>
                </a:solidFill>
              </a:rPr>
              <a:t>Riddle + answer box</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Part 2</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4 OF 6</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Buy it, try it</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GOAL</a:t>
            </a:r>
            <a:endParaRPr lang="en-US" sz="1100" dirty="0"/>
          </a:p>
          <a:p>
            <a:pPr marL="177800" indent="-177800">
              <a:spcAft>
                <a:spcPts val="300"/>
              </a:spcAft>
              <a:buSzPct val="100000"/>
              <a:buChar char="•"/>
            </a:pPr>
            <a:r>
              <a:rPr lang="en-US" sz="1500" dirty="0">
                <a:solidFill>
                  <a:schemeClr val="tx1"/>
                </a:solidFill>
              </a:rPr>
              <a:t>Buy something Japanese nobody on your team has tried before</a:t>
            </a:r>
            <a:endParaRPr lang="en-US" sz="1100" dirty="0"/>
          </a:p>
          <a:p>
            <a:pPr indent="0" marL="0">
              <a:spcBef>
                <a:spcPts val="1000"/>
              </a:spcBef>
              <a:spcAft>
                <a:spcPts val="200"/>
              </a:spcAft>
              <a:buNone/>
            </a:pPr>
            <a:r>
              <a:rPr lang="en-US" sz="1100" b="1" spc="100" kern="0" dirty="0">
                <a:solidFill>
                  <a:schemeClr val="accent1"/>
                </a:solidFill>
              </a:rPr>
              <a:t>HOW TO PLAY</a:t>
            </a:r>
            <a:endParaRPr lang="en-US" sz="1100" dirty="0"/>
          </a:p>
          <a:p>
            <a:pPr marL="177800" indent="-177800">
              <a:spcAft>
                <a:spcPts val="300"/>
              </a:spcAft>
              <a:buSzPct val="100000"/>
              <a:buChar char="•"/>
            </a:pPr>
            <a:r>
              <a:rPr lang="en-US" sz="1500" dirty="0">
                <a:solidFill>
                  <a:schemeClr val="tx1"/>
                </a:solidFill>
              </a:rPr>
              <a:t>¥500 budget for the whole team</a:t>
            </a:r>
            <a:endParaRPr lang="en-US" sz="1100" dirty="0"/>
          </a:p>
          <a:p>
            <a:pPr marL="177800" indent="-177800">
              <a:spcAft>
                <a:spcPts val="300"/>
              </a:spcAft>
              <a:buSzPct val="100000"/>
              <a:buChar char="•"/>
            </a:pPr>
            <a:r>
              <a:rPr lang="en-US" sz="1500" dirty="0">
                <a:solidFill>
                  <a:schemeClr val="tx1"/>
                </a:solidFill>
              </a:rPr>
              <a:t>Everyone tastes it — photo mid-bite</a:t>
            </a:r>
            <a:endParaRPr lang="en-US" sz="1100" dirty="0"/>
          </a:p>
          <a:p>
            <a:pPr marL="177800" indent="-177800">
              <a:spcAft>
                <a:spcPts val="300"/>
              </a:spcAft>
              <a:buSzPct val="100000"/>
              <a:buChar char="•"/>
            </a:pPr>
            <a:r>
              <a:rPr lang="en-US" sz="1500" dirty="0">
                <a:solidFill>
                  <a:schemeClr val="tx1"/>
                </a:solidFill>
              </a:rPr>
              <a:t>Enter item + price ¥ + photo → Send it</a:t>
            </a:r>
            <a:endParaRPr lang="en-US" sz="1100" dirty="0"/>
          </a:p>
          <a:p>
            <a:pPr indent="0" marL="0">
              <a:spcBef>
                <a:spcPts val="1000"/>
              </a:spcBef>
              <a:spcAft>
                <a:spcPts val="200"/>
              </a:spcAft>
              <a:buNone/>
            </a:pPr>
            <a:r>
              <a:rPr lang="en-US" sz="1100" b="1" spc="100" kern="0" dirty="0">
                <a:solidFill>
                  <a:schemeClr val="accent1"/>
                </a:solidFill>
              </a:rPr>
              <a:t>SCORING</a:t>
            </a:r>
            <a:endParaRPr lang="en-US" sz="1100" dirty="0"/>
          </a:p>
          <a:p>
            <a:pPr marL="177800" indent="-177800">
              <a:spcAft>
                <a:spcPts val="300"/>
              </a:spcAft>
              <a:buSzPct val="100000"/>
              <a:buChar char="•"/>
            </a:pPr>
            <a:r>
              <a:rPr lang="en-US" sz="1500" dirty="0">
                <a:solidFill>
                  <a:schemeClr val="tx1"/>
                </a:solidFill>
              </a:rPr>
              <a:t>+10 stamp</a:t>
            </a:r>
            <a:endParaRPr lang="en-US" sz="1100" dirty="0"/>
          </a:p>
          <a:p>
            <a:pPr marL="177800" indent="-177800">
              <a:spcAft>
                <a:spcPts val="300"/>
              </a:spcAft>
              <a:buSzPct val="100000"/>
              <a:buChar char="•"/>
            </a:pPr>
            <a:r>
              <a:rPr lang="en-US" sz="1500" dirty="0">
                <a:solidFill>
                  <a:schemeClr val="tx1"/>
                </a:solidFill>
              </a:rPr>
              <a:t>Most interesting buy: +5 at the finish</a:t>
            </a:r>
            <a:endParaRPr lang="en-US" sz="1100" dirty="0"/>
          </a:p>
        </p:txBody>
      </p:sp>
      <p:sp>
        <p:nvSpPr>
          <p:cNvPr id="7" name="Phone placeholder – Buy it screen"/>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Buy it screen"/>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Buy it screen</a:t>
            </a:r>
            <a:endParaRPr lang="en-US" sz="2200" dirty="0"/>
          </a:p>
          <a:p>
            <a:pPr algn="ctr" indent="0" marL="0">
              <a:buNone/>
            </a:pPr>
            <a:r>
              <a:rPr lang="en-US" sz="1000" dirty="0">
                <a:solidFill>
                  <a:schemeClr val="accent5"/>
                </a:solidFill>
              </a:rPr>
              <a:t>Item · price · photo</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Buy it screen</a:t>
            </a:r>
            <a:endParaRPr lang="en-US" sz="1000" dirty="0"/>
          </a:p>
        </p:txBody>
      </p:sp>
      <p:sp>
        <p:nvSpPr>
          <p:cNvPr id="11" name="Phone placeholder – Submitted"/>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Submitted"/>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Submitted</a:t>
            </a:r>
            <a:endParaRPr lang="en-US" sz="2200" dirty="0"/>
          </a:p>
          <a:p>
            <a:pPr algn="ctr" indent="0" marL="0">
              <a:buNone/>
            </a:pPr>
            <a:r>
              <a:rPr lang="en-US" sz="1000" dirty="0">
                <a:solidFill>
                  <a:schemeClr val="accent5"/>
                </a:solidFill>
              </a:rPr>
              <a:t>Stamp collected</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Submitted</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5 OF 6</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Look around you</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5</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GOAL</a:t>
            </a:r>
            <a:endParaRPr lang="en-US" sz="1100" dirty="0"/>
          </a:p>
          <a:p>
            <a:pPr marL="177800" indent="-177800">
              <a:spcAft>
                <a:spcPts val="300"/>
              </a:spcAft>
              <a:buSzPct val="100000"/>
              <a:buChar char="•"/>
            </a:pPr>
            <a:r>
              <a:rPr lang="en-US" sz="1500" dirty="0">
                <a:solidFill>
                  <a:schemeClr val="tx1"/>
                </a:solidFill>
              </a:rPr>
              <a:t>Observation quiz — answers are on the street: signs, windows, above you</a:t>
            </a:r>
            <a:endParaRPr lang="en-US" sz="1100" dirty="0"/>
          </a:p>
          <a:p>
            <a:pPr indent="0" marL="0">
              <a:spcBef>
                <a:spcPts val="1000"/>
              </a:spcBef>
              <a:spcAft>
                <a:spcPts val="200"/>
              </a:spcAft>
              <a:buNone/>
            </a:pPr>
            <a:r>
              <a:rPr lang="en-US" sz="1100" b="1" spc="100" kern="0" dirty="0">
                <a:solidFill>
                  <a:schemeClr val="accent1"/>
                </a:solidFill>
              </a:rPr>
              <a:t>HOW TO PLAY</a:t>
            </a:r>
            <a:endParaRPr lang="en-US" sz="1100" dirty="0"/>
          </a:p>
          <a:p>
            <a:pPr marL="177800" indent="-177800">
              <a:spcAft>
                <a:spcPts val="300"/>
              </a:spcAft>
              <a:buSzPct val="100000"/>
              <a:buChar char="•"/>
            </a:pPr>
            <a:r>
              <a:rPr lang="en-US" sz="1500" dirty="0">
                <a:solidFill>
                  <a:schemeClr val="tx1"/>
                </a:solidFill>
              </a:rPr>
              <a:t>Read all 5 questions first, split them</a:t>
            </a:r>
            <a:endParaRPr lang="en-US" sz="1100" dirty="0"/>
          </a:p>
          <a:p>
            <a:pPr marL="177800" indent="-177800">
              <a:spcAft>
                <a:spcPts val="300"/>
              </a:spcAft>
              <a:buSzPct val="100000"/>
              <a:buChar char="•"/>
            </a:pPr>
            <a:r>
              <a:rPr lang="en-US" sz="1500" dirty="0">
                <a:solidFill>
                  <a:schemeClr val="tx1"/>
                </a:solidFill>
              </a:rPr>
              <a:t>Eyes up — no walking back to check</a:t>
            </a:r>
            <a:endParaRPr lang="en-US" sz="1100" dirty="0"/>
          </a:p>
          <a:p>
            <a:pPr marL="177800" indent="-177800">
              <a:spcAft>
                <a:spcPts val="300"/>
              </a:spcAft>
              <a:buSzPct val="100000"/>
              <a:buChar char="•"/>
            </a:pPr>
            <a:r>
              <a:rPr lang="en-US" sz="1500" dirty="0">
                <a:solidFill>
                  <a:schemeClr val="tx1"/>
                </a:solidFill>
              </a:rPr>
              <a:t>Fill every answer → Send answers</a:t>
            </a:r>
            <a:endParaRPr lang="en-US" sz="1100" dirty="0"/>
          </a:p>
          <a:p>
            <a:pPr indent="0" marL="0">
              <a:spcBef>
                <a:spcPts val="1000"/>
              </a:spcBef>
              <a:spcAft>
                <a:spcPts val="200"/>
              </a:spcAft>
              <a:buNone/>
            </a:pPr>
            <a:r>
              <a:rPr lang="en-US" sz="1100" b="1" spc="100" kern="0" dirty="0">
                <a:solidFill>
                  <a:schemeClr val="accent1"/>
                </a:solidFill>
              </a:rPr>
              <a:t>SCORING</a:t>
            </a:r>
            <a:endParaRPr lang="en-US" sz="1100" dirty="0"/>
          </a:p>
          <a:p>
            <a:pPr marL="177800" indent="-177800">
              <a:spcAft>
                <a:spcPts val="300"/>
              </a:spcAft>
              <a:buSzPct val="100000"/>
              <a:buChar char="•"/>
            </a:pPr>
            <a:r>
              <a:rPr lang="en-US" sz="1500" dirty="0">
                <a:solidFill>
                  <a:schemeClr val="tx1"/>
                </a:solidFill>
              </a:rPr>
              <a:t>+10 stamp · 2 pts per right answer</a:t>
            </a:r>
            <a:endParaRPr lang="en-US" sz="1100" dirty="0"/>
          </a:p>
        </p:txBody>
      </p:sp>
      <p:sp>
        <p:nvSpPr>
          <p:cNvPr id="7" name="Phone placeholder – Quiz screen"/>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Quiz screen"/>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Quiz screen</a:t>
            </a:r>
            <a:endParaRPr lang="en-US" sz="2200" dirty="0"/>
          </a:p>
          <a:p>
            <a:pPr algn="ctr" indent="0" marL="0">
              <a:buNone/>
            </a:pPr>
            <a:r>
              <a:rPr lang="en-US" sz="1000" dirty="0">
                <a:solidFill>
                  <a:schemeClr val="accent5"/>
                </a:solidFill>
              </a:rPr>
              <a:t>5 questions</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Quiz screen</a:t>
            </a:r>
            <a:endParaRPr lang="en-US" sz="1000" dirty="0"/>
          </a:p>
        </p:txBody>
      </p:sp>
      <p:sp>
        <p:nvSpPr>
          <p:cNvPr id="11" name="Phone placeholder – Submitted"/>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Submitted"/>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Submitted</a:t>
            </a:r>
            <a:endParaRPr lang="en-US" sz="2200" dirty="0"/>
          </a:p>
          <a:p>
            <a:pPr algn="ctr" indent="0" marL="0">
              <a:buNone/>
            </a:pPr>
            <a:r>
              <a:rPr lang="en-US" sz="1000" dirty="0">
                <a:solidFill>
                  <a:schemeClr val="accent5"/>
                </a:solidFill>
              </a:rPr>
              <a:t>Stamp collected</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Submitted</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GAME 6 OF 6</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Know your colleagues</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1"/>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1"/>
                </a:solidFill>
                <a:latin typeface="Cambria" pitchFamily="34" charset="0"/>
                <a:ea typeface="Cambria" pitchFamily="34" charset="-122"/>
                <a:cs typeface="Cambria" pitchFamily="34" charset="-120"/>
              </a:rPr>
              <a:t>6</a:t>
            </a:r>
            <a:endParaRPr lang="en-US" sz="2400" dirty="0"/>
          </a:p>
        </p:txBody>
      </p:sp>
      <p:sp>
        <p:nvSpPr>
          <p:cNvPr id="6" name="Instructions"/>
          <p:cNvSpPr txBox="1"/>
          <p:nvPr/>
        </p:nvSpPr>
        <p:spPr>
          <a:xfrm>
            <a:off x="457200" y="1188720"/>
            <a:ext cx="4526280" cy="3611880"/>
          </a:xfrm>
          <a:prstGeom prst="rect">
            <a:avLst/>
          </a:prstGeom>
          <a:noFill/>
          <a:ln/>
        </p:spPr>
        <p:txBody>
          <a:bodyPr wrap="square" lIns="0" tIns="0" rIns="0" bIns="0" rtlCol="0" anchor="t"/>
          <a:lstStyle/>
          <a:p>
            <a:pPr indent="0" marL="0">
              <a:spcAft>
                <a:spcPts val="200"/>
              </a:spcAft>
              <a:buNone/>
            </a:pPr>
            <a:r>
              <a:rPr lang="en-US" sz="1100" b="1" spc="100" kern="0" dirty="0">
                <a:solidFill>
                  <a:schemeClr val="accent1"/>
                </a:solidFill>
              </a:rPr>
              <a:t>GOAL</a:t>
            </a:r>
            <a:endParaRPr lang="en-US" sz="1100" dirty="0"/>
          </a:p>
          <a:p>
            <a:pPr marL="177800" indent="-177800">
              <a:spcAft>
                <a:spcPts val="300"/>
              </a:spcAft>
              <a:buSzPct val="100000"/>
              <a:buChar char="•"/>
            </a:pPr>
            <a:r>
              <a:rPr lang="en-US" sz="1500" dirty="0">
                <a:solidFill>
                  <a:schemeClr val="tx1"/>
                </a:solidFill>
              </a:rPr>
              <a:t>Multiple choice about your RIVAL group’s members</a:t>
            </a:r>
            <a:endParaRPr lang="en-US" sz="1100" dirty="0"/>
          </a:p>
          <a:p>
            <a:pPr marL="177800" indent="-177800">
              <a:spcAft>
                <a:spcPts val="300"/>
              </a:spcAft>
              <a:buSzPct val="100000"/>
              <a:buChar char="•"/>
            </a:pPr>
            <a:r>
              <a:rPr lang="en-US" sz="1500" dirty="0">
                <a:solidFill>
                  <a:schemeClr val="tx1"/>
                </a:solidFill>
              </a:rPr>
              <a:t>Rivals: A ↔ B, C ↔ D</a:t>
            </a:r>
            <a:endParaRPr lang="en-US" sz="1100" dirty="0"/>
          </a:p>
          <a:p>
            <a:pPr indent="0" marL="0">
              <a:spcBef>
                <a:spcPts val="1000"/>
              </a:spcBef>
              <a:spcAft>
                <a:spcPts val="200"/>
              </a:spcAft>
              <a:buNone/>
            </a:pPr>
            <a:r>
              <a:rPr lang="en-US" sz="1100" b="1" spc="100" kern="0" dirty="0">
                <a:solidFill>
                  <a:schemeClr val="accent1"/>
                </a:solidFill>
              </a:rPr>
              <a:t>HOW TO PLAY</a:t>
            </a:r>
            <a:endParaRPr lang="en-US" sz="1100" dirty="0"/>
          </a:p>
          <a:p>
            <a:pPr marL="177800" indent="-177800">
              <a:spcAft>
                <a:spcPts val="300"/>
              </a:spcAft>
              <a:buSzPct val="100000"/>
              <a:buChar char="•"/>
            </a:pPr>
            <a:r>
              <a:rPr lang="en-US" sz="1500" dirty="0">
                <a:solidFill>
                  <a:schemeClr val="tx1"/>
                </a:solidFill>
              </a:rPr>
              <a:t>One question at a time — tap an answer</a:t>
            </a:r>
            <a:endParaRPr lang="en-US" sz="1100" dirty="0"/>
          </a:p>
          <a:p>
            <a:pPr marL="177800" indent="-177800">
              <a:spcAft>
                <a:spcPts val="300"/>
              </a:spcAft>
              <a:buSzPct val="100000"/>
              <a:buChar char="•"/>
            </a:pPr>
            <a:r>
              <a:rPr lang="en-US" sz="1500" dirty="0">
                <a:solidFill>
                  <a:schemeClr val="tx1"/>
                </a:solidFill>
              </a:rPr>
              <a:t>✓ / ✕ shows, then Next question</a:t>
            </a:r>
            <a:endParaRPr lang="en-US" sz="1100" dirty="0"/>
          </a:p>
          <a:p>
            <a:pPr marL="177800" indent="-177800">
              <a:spcAft>
                <a:spcPts val="300"/>
              </a:spcAft>
              <a:buSzPct val="100000"/>
              <a:buChar char="•"/>
            </a:pPr>
            <a:r>
              <a:rPr lang="en-US" sz="1500" dirty="0">
                <a:solidFill>
                  <a:schemeClr val="tx1"/>
                </a:solidFill>
              </a:rPr>
              <a:t>After the last one → Collect the stamp</a:t>
            </a:r>
            <a:endParaRPr lang="en-US" sz="1100" dirty="0"/>
          </a:p>
          <a:p>
            <a:pPr indent="0" marL="0">
              <a:spcBef>
                <a:spcPts val="1000"/>
              </a:spcBef>
              <a:spcAft>
                <a:spcPts val="200"/>
              </a:spcAft>
              <a:buNone/>
            </a:pPr>
            <a:r>
              <a:rPr lang="en-US" sz="1100" b="1" spc="100" kern="0" dirty="0">
                <a:solidFill>
                  <a:schemeClr val="accent1"/>
                </a:solidFill>
              </a:rPr>
              <a:t>SCORING</a:t>
            </a:r>
            <a:endParaRPr lang="en-US" sz="1100" dirty="0"/>
          </a:p>
          <a:p>
            <a:pPr marL="177800" indent="-177800">
              <a:spcAft>
                <a:spcPts val="300"/>
              </a:spcAft>
              <a:buSzPct val="100000"/>
              <a:buChar char="•"/>
            </a:pPr>
            <a:r>
              <a:rPr lang="en-US" sz="1500" dirty="0">
                <a:solidFill>
                  <a:schemeClr val="tx1"/>
                </a:solidFill>
              </a:rPr>
              <a:t>+10 stamp · 2 pts per right answer</a:t>
            </a:r>
            <a:endParaRPr lang="en-US" sz="1100" dirty="0"/>
          </a:p>
        </p:txBody>
      </p:sp>
      <p:sp>
        <p:nvSpPr>
          <p:cNvPr id="7" name="Phone placeholder – Question"/>
          <p:cNvSpPr/>
          <p:nvPr/>
        </p:nvSpPr>
        <p:spPr>
          <a:xfrm>
            <a:off x="5257800" y="502920"/>
            <a:ext cx="1737360" cy="3977640"/>
          </a:xfrm>
          <a:prstGeom prst="roundRect">
            <a:avLst>
              <a:gd name="adj" fmla="val 11579"/>
            </a:avLst>
          </a:prstGeom>
          <a:solidFill>
            <a:srgbClr val="EEF3F5"/>
          </a:solidFill>
          <a:ln w="15875">
            <a:solidFill>
              <a:srgbClr val="7A8791"/>
            </a:solidFill>
            <a:prstDash val="dash"/>
          </a:ln>
        </p:spPr>
      </p:sp>
      <p:sp>
        <p:nvSpPr>
          <p:cNvPr id="8" name="Phone notch"/>
          <p:cNvSpPr/>
          <p:nvPr/>
        </p:nvSpPr>
        <p:spPr>
          <a:xfrm>
            <a:off x="5852160" y="630936"/>
            <a:ext cx="548640" cy="64008"/>
          </a:xfrm>
          <a:prstGeom prst="roundRect">
            <a:avLst>
              <a:gd name="adj" fmla="val 42857"/>
            </a:avLst>
          </a:prstGeom>
          <a:solidFill>
            <a:srgbClr val="D9E2E7"/>
          </a:solidFill>
          <a:ln/>
        </p:spPr>
      </p:sp>
      <p:sp>
        <p:nvSpPr>
          <p:cNvPr id="9" name="Phone caption – Question"/>
          <p:cNvSpPr txBox="1"/>
          <p:nvPr/>
        </p:nvSpPr>
        <p:spPr>
          <a:xfrm>
            <a:off x="534924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Question</a:t>
            </a:r>
            <a:endParaRPr lang="en-US" sz="2200" dirty="0"/>
          </a:p>
          <a:p>
            <a:pPr algn="ctr" indent="0" marL="0">
              <a:buNone/>
            </a:pPr>
            <a:r>
              <a:rPr lang="en-US" sz="1000" dirty="0">
                <a:solidFill>
                  <a:schemeClr val="accent5"/>
                </a:solidFill>
              </a:rPr>
              <a:t>Pick an option</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0" name="Phone label"/>
          <p:cNvSpPr txBox="1"/>
          <p:nvPr/>
        </p:nvSpPr>
        <p:spPr>
          <a:xfrm>
            <a:off x="525780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Question</a:t>
            </a:r>
            <a:endParaRPr lang="en-US" sz="1000" dirty="0"/>
          </a:p>
        </p:txBody>
      </p:sp>
      <p:sp>
        <p:nvSpPr>
          <p:cNvPr id="11" name="Phone placeholder – Answer shown"/>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12" name="Phone notch"/>
          <p:cNvSpPr/>
          <p:nvPr/>
        </p:nvSpPr>
        <p:spPr>
          <a:xfrm>
            <a:off x="7772400" y="630936"/>
            <a:ext cx="548640" cy="64008"/>
          </a:xfrm>
          <a:prstGeom prst="roundRect">
            <a:avLst>
              <a:gd name="adj" fmla="val 42857"/>
            </a:avLst>
          </a:prstGeom>
          <a:solidFill>
            <a:srgbClr val="D9E2E7"/>
          </a:solidFill>
          <a:ln/>
        </p:spPr>
      </p:sp>
      <p:sp>
        <p:nvSpPr>
          <p:cNvPr id="13" name="Phone caption – Answer shown"/>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Answer shown</a:t>
            </a:r>
            <a:endParaRPr lang="en-US" sz="2200" dirty="0"/>
          </a:p>
          <a:p>
            <a:pPr algn="ctr" indent="0" marL="0">
              <a:buNone/>
            </a:pPr>
            <a:r>
              <a:rPr lang="en-US" sz="1000" dirty="0">
                <a:solidFill>
                  <a:schemeClr val="accent5"/>
                </a:solidFill>
              </a:rPr>
              <a:t>✓ / ✕ · Next</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4"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Answer shown</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1234440" y="292608"/>
            <a:ext cx="4023360" cy="274320"/>
          </a:xfrm>
          <a:prstGeom prst="rect">
            <a:avLst/>
          </a:prstGeom>
          <a:noFill/>
          <a:ln/>
        </p:spPr>
        <p:txBody>
          <a:bodyPr wrap="square" lIns="0" tIns="0" rIns="0" bIns="0" rtlCol="0"/>
          <a:lstStyle/>
          <a:p>
            <a:pPr indent="0" marL="0">
              <a:buNone/>
            </a:pPr>
            <a:r>
              <a:rPr lang="en-US" sz="1100" b="1" dirty="0">
                <a:solidFill>
                  <a:schemeClr val="accent1"/>
                </a:solidFill>
              </a:rPr>
              <a:t>WRAP-UP</a:t>
            </a:r>
            <a:endParaRPr lang="en-US" sz="1100" dirty="0"/>
          </a:p>
        </p:txBody>
      </p:sp>
      <p:sp>
        <p:nvSpPr>
          <p:cNvPr id="3" name="Text 0"/>
          <p:cNvSpPr/>
          <p:nvPr>
            <p:ph idx="101" type="title" hasCustomPrompt="1"/>
          </p:nvPr>
        </p:nvSpPr>
        <p:spPr>
          <a:xfrm>
            <a:off x="1234440" y="530352"/>
            <a:ext cx="5669280" cy="502920"/>
          </a:xfrm>
          <a:prstGeom prst="rect">
            <a:avLst/>
          </a:prstGeom>
          <a:noFill/>
          <a:ln/>
        </p:spPr>
        <p:txBody>
          <a:bodyPr wrap="square" lIns="0" tIns="0" rIns="0" bIns="0" rtlCol="0" anchor="t"/>
          <a:lstStyle/>
          <a:p>
            <a:pPr algn="l" indent="0" marL="0">
              <a:buNone/>
            </a:pPr>
            <a:r>
              <a:rPr lang="en-US" sz="2800" b="1" dirty="0">
                <a:solidFill>
                  <a:schemeClr val="tx2"/>
                </a:solidFill>
              </a:rPr>
              <a:t>Finish &amp; scoring</a:t>
            </a:r>
            <a:endParaRPr lang="en-US" sz="2800" dirty="0"/>
          </a:p>
        </p:txBody>
      </p:sp>
      <p:sp>
        <p:nvSpPr>
          <p:cNvPr id="4" name="Stamp ring"/>
          <p:cNvSpPr/>
          <p:nvPr/>
        </p:nvSpPr>
        <p:spPr>
          <a:xfrm>
            <a:off x="457200" y="301752"/>
            <a:ext cx="640080" cy="640080"/>
          </a:xfrm>
          <a:prstGeom prst="ellipse">
            <a:avLst/>
          </a:prstGeom>
          <a:solidFill>
            <a:srgbClr val="FFFFFF"/>
          </a:solidFill>
          <a:ln w="31750">
            <a:solidFill>
              <a:schemeClr val="accent2"/>
            </a:solidFill>
            <a:prstDash val="solid"/>
          </a:ln>
        </p:spPr>
      </p:sp>
      <p:sp>
        <p:nvSpPr>
          <p:cNvPr id="5" name="Stamp label"/>
          <p:cNvSpPr txBox="1"/>
          <p:nvPr/>
        </p:nvSpPr>
        <p:spPr>
          <a:xfrm>
            <a:off x="457200" y="301752"/>
            <a:ext cx="640080" cy="640080"/>
          </a:xfrm>
          <a:prstGeom prst="rect">
            <a:avLst/>
          </a:prstGeom>
          <a:noFill/>
          <a:ln/>
        </p:spPr>
        <p:txBody>
          <a:bodyPr wrap="square" lIns="0" tIns="0" rIns="0" bIns="0" rtlCol="0" anchor="ctr"/>
          <a:lstStyle/>
          <a:p>
            <a:pPr algn="ctr" indent="0" marL="0">
              <a:buNone/>
            </a:pPr>
            <a:r>
              <a:rPr lang="en-US" sz="2400" b="1" dirty="0">
                <a:solidFill>
                  <a:schemeClr val="accent2"/>
                </a:solidFill>
                <a:latin typeface="Cambria" pitchFamily="34" charset="0"/>
                <a:ea typeface="Cambria" pitchFamily="34" charset="-122"/>
                <a:cs typeface="Cambria" pitchFamily="34" charset="-120"/>
              </a:rPr>
              <a:t>★</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2103120"/>
                <a:gridCol w="731520"/>
                <a:gridCol w="2286000"/>
              </a:tblGrid>
              <a:tr h="329184">
                <a:tc>
                  <a:txBody>
                    <a:bodyPr/>
                    <a:lstStyle/>
                    <a:p>
                      <a:pPr indent="0" marL="0">
                        <a:buNone/>
                      </a:pPr>
                      <a:r>
                        <a:rPr lang="en-US" sz="1200" b="1" dirty="0">
                          <a:solidFill>
                            <a:schemeClr val="bg1"/>
                          </a:solidFill>
                        </a:rPr>
                        <a:t>Game</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E3B4F"/>
                    </a:solidFill>
                  </a:tcPr>
                </a:tc>
                <a:tc>
                  <a:txBody>
                    <a:bodyPr/>
                    <a:lstStyle/>
                    <a:p>
                      <a:pPr indent="0" marL="0">
                        <a:buNone/>
                      </a:pPr>
                      <a:r>
                        <a:rPr lang="en-US" sz="1200" b="1" dirty="0">
                          <a:solidFill>
                            <a:schemeClr val="bg1"/>
                          </a:solidFill>
                        </a:rPr>
                        <a:t>Stamp</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E3B4F"/>
                    </a:solidFill>
                  </a:tcPr>
                </a:tc>
                <a:tc>
                  <a:txBody>
                    <a:bodyPr/>
                    <a:lstStyle/>
                    <a:p>
                      <a:pPr indent="0" marL="0">
                        <a:buNone/>
                      </a:pPr>
                      <a:r>
                        <a:rPr lang="en-US" sz="1200" b="1" dirty="0">
                          <a:solidFill>
                            <a:schemeClr val="bg1"/>
                          </a:solidFill>
                        </a:rPr>
                        <a:t>Extra</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0E3B4F"/>
                    </a:solidFill>
                  </a:tcPr>
                </a:tc>
              </a:tr>
              <a:tr h="329184">
                <a:tc>
                  <a:txBody>
                    <a:bodyPr/>
                    <a:lstStyle/>
                    <a:p>
                      <a:pPr indent="0" marL="0">
                        <a:buNone/>
                      </a:pPr>
                      <a:r>
                        <a:rPr lang="en-US" sz="1200" dirty="0">
                          <a:solidFill>
                            <a:schemeClr val="tx1"/>
                          </a:solidFill>
                        </a:rPr>
                        <a:t>1  Photo bingo</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 per photo, +5 full card</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2  Copy the pose</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Best pose +5</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3  Find the place + riddle</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4  Buy it, try it</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Most interesting buy +5</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5  Look around you</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 per right answer</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6  Know your colleagues</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2 per right answer</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r h="329184">
                <a:tc>
                  <a:txBody>
                    <a:bodyPr/>
                    <a:lstStyle/>
                    <a:p>
                      <a:pPr indent="0" marL="0">
                        <a:buNone/>
                      </a:pPr>
                      <a:r>
                        <a:rPr lang="en-US" sz="1200" dirty="0">
                          <a:solidFill>
                            <a:schemeClr val="tx1"/>
                          </a:solidFill>
                        </a:rPr>
                        <a:t>First team back</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+5</a:t>
                      </a:r>
                      <a:endParaRPr lang="en-US" sz="1200" dirty="0"/>
                    </a:p>
                  </a:txBody>
                  <a:tcPr marL="73152" marR="73152" marT="27432" marB="27432" anchor="ctr">
                    <a:lnL w="9525" cap="flat" cmpd="sng" algn="ctr">
                      <a:solidFill>
                        <a:srgbClr val="D9E2E7"/>
                      </a:solidFill>
                      <a:prstDash val="solid"/>
                      <a:round/>
                      <a:headEnd type="none" w="med" len="med"/>
                      <a:tailEnd type="none" w="med" len="med"/>
                    </a:lnL>
                    <a:lnR w="9525" cap="flat" cmpd="sng" algn="ctr">
                      <a:solidFill>
                        <a:srgbClr val="D9E2E7"/>
                      </a:solidFill>
                      <a:prstDash val="solid"/>
                      <a:round/>
                      <a:headEnd type="none" w="med" len="med"/>
                      <a:tailEnd type="none" w="med" len="med"/>
                    </a:lnR>
                    <a:lnT w="9525" cap="flat" cmpd="sng" algn="ctr">
                      <a:solidFill>
                        <a:srgbClr val="D9E2E7"/>
                      </a:solidFill>
                      <a:prstDash val="solid"/>
                      <a:round/>
                      <a:headEnd type="none" w="med" len="med"/>
                      <a:tailEnd type="none" w="med" len="med"/>
                    </a:lnT>
                    <a:lnB w="9525" cap="flat" cmpd="sng" algn="ctr">
                      <a:solidFill>
                        <a:srgbClr val="D9E2E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457200" y="4069080"/>
            <a:ext cx="512064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tx1"/>
                </a:solidFill>
              </a:rPr>
              <a:t>Tap Finish the hunt any time</a:t>
            </a:r>
            <a:endParaRPr lang="en-US" sz="1400" dirty="0"/>
          </a:p>
          <a:p>
            <a:pPr marL="177800" indent="-177800">
              <a:spcAft>
                <a:spcPts val="200"/>
              </a:spcAft>
              <a:buSzPct val="100000"/>
              <a:buChar char="•"/>
            </a:pPr>
            <a:r>
              <a:rPr lang="en-US" sz="1400" dirty="0">
                <a:solidFill>
                  <a:schemeClr val="tx1"/>
                </a:solidFill>
              </a:rPr>
              <a:t>Go to the finish point (given at the briefing)</a:t>
            </a:r>
            <a:endParaRPr lang="en-US" sz="1400" dirty="0"/>
          </a:p>
          <a:p>
            <a:pPr marL="177800" indent="-177800">
              <a:spcAft>
                <a:spcPts val="200"/>
              </a:spcAft>
              <a:buSzPct val="100000"/>
              <a:buChar char="•"/>
            </a:pPr>
            <a:r>
              <a:rPr lang="en-US" sz="1400" dirty="0">
                <a:solidFill>
                  <a:schemeClr val="tx1"/>
                </a:solidFill>
              </a:rPr>
              <a:t>Skipped games score nothing</a:t>
            </a:r>
            <a:endParaRPr lang="en-US" sz="1400" dirty="0"/>
          </a:p>
        </p:txBody>
      </p:sp>
      <p:sp>
        <p:nvSpPr>
          <p:cNvPr id="8" name="Phone placeholder – Done screen"/>
          <p:cNvSpPr/>
          <p:nvPr/>
        </p:nvSpPr>
        <p:spPr>
          <a:xfrm>
            <a:off x="7178040" y="502920"/>
            <a:ext cx="1737360" cy="3977640"/>
          </a:xfrm>
          <a:prstGeom prst="roundRect">
            <a:avLst>
              <a:gd name="adj" fmla="val 11579"/>
            </a:avLst>
          </a:prstGeom>
          <a:solidFill>
            <a:srgbClr val="EEF3F5"/>
          </a:solidFill>
          <a:ln w="15875">
            <a:solidFill>
              <a:srgbClr val="7A8791"/>
            </a:solidFill>
            <a:prstDash val="dash"/>
          </a:ln>
        </p:spPr>
      </p:sp>
      <p:sp>
        <p:nvSpPr>
          <p:cNvPr id="9" name="Phone notch"/>
          <p:cNvSpPr/>
          <p:nvPr/>
        </p:nvSpPr>
        <p:spPr>
          <a:xfrm>
            <a:off x="7772400" y="630936"/>
            <a:ext cx="548640" cy="64008"/>
          </a:xfrm>
          <a:prstGeom prst="roundRect">
            <a:avLst>
              <a:gd name="adj" fmla="val 42857"/>
            </a:avLst>
          </a:prstGeom>
          <a:solidFill>
            <a:srgbClr val="D9E2E7"/>
          </a:solidFill>
          <a:ln/>
        </p:spPr>
      </p:sp>
      <p:sp>
        <p:nvSpPr>
          <p:cNvPr id="10" name="Phone caption – Done screen"/>
          <p:cNvSpPr txBox="1"/>
          <p:nvPr/>
        </p:nvSpPr>
        <p:spPr>
          <a:xfrm>
            <a:off x="7269480" y="868680"/>
            <a:ext cx="1554480" cy="32461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a:p>
            <a:pPr algn="ctr" indent="0" marL="0">
              <a:buNone/>
            </a:pPr>
            <a:r>
              <a:rPr lang="en-US" sz="1100" b="1" dirty="0">
                <a:solidFill>
                  <a:schemeClr val="tx2"/>
                </a:solidFill>
              </a:rPr>
              <a:t>Done screen</a:t>
            </a:r>
            <a:endParaRPr lang="en-US" sz="2200" dirty="0"/>
          </a:p>
          <a:p>
            <a:pPr algn="ctr" indent="0" marL="0">
              <a:buNone/>
            </a:pPr>
            <a:r>
              <a:rPr lang="en-US" sz="1000" dirty="0">
                <a:solidFill>
                  <a:schemeClr val="accent5"/>
                </a:solidFill>
              </a:rPr>
              <a:t>x of 6 stamped</a:t>
            </a:r>
            <a:endParaRPr lang="en-US" sz="2200" dirty="0"/>
          </a:p>
          <a:p>
            <a:pPr algn="ctr" indent="0" marL="0">
              <a:buNone/>
            </a:pPr>
            <a:r>
              <a:rPr lang="en-US" sz="600" dirty="0">
                <a:solidFill>
                  <a:srgbClr val="000000"/>
                </a:solidFill>
              </a:rPr>
              <a:t> </a:t>
            </a:r>
            <a:endParaRPr lang="en-US" sz="2200" dirty="0"/>
          </a:p>
          <a:p>
            <a:pPr algn="ctr" indent="0" marL="0">
              <a:buNone/>
            </a:pPr>
            <a:r>
              <a:rPr lang="en-US" sz="1000" i="1" dirty="0">
                <a:solidFill>
                  <a:schemeClr val="accent5"/>
                </a:solidFill>
              </a:rPr>
              <a:t>Replace with phone screenshot</a:t>
            </a:r>
            <a:endParaRPr lang="en-US" sz="2200" dirty="0"/>
          </a:p>
        </p:txBody>
      </p:sp>
      <p:sp>
        <p:nvSpPr>
          <p:cNvPr id="11" name="Phone label"/>
          <p:cNvSpPr txBox="1"/>
          <p:nvPr/>
        </p:nvSpPr>
        <p:spPr>
          <a:xfrm>
            <a:off x="7178040" y="4526280"/>
            <a:ext cx="1737360" cy="228600"/>
          </a:xfrm>
          <a:prstGeom prst="rect">
            <a:avLst/>
          </a:prstGeom>
          <a:noFill/>
          <a:ln/>
        </p:spPr>
        <p:txBody>
          <a:bodyPr wrap="square" lIns="0" tIns="0" rIns="0" bIns="0" rtlCol="0" anchor="ctr"/>
          <a:lstStyle/>
          <a:p>
            <a:pPr algn="ctr" indent="0" marL="0">
              <a:buNone/>
            </a:pPr>
            <a:r>
              <a:rPr lang="en-US" sz="1000" dirty="0">
                <a:solidFill>
                  <a:schemeClr val="accent5"/>
                </a:solidFill>
              </a:rPr>
              <a:t>Done screen</a:t>
            </a:r>
            <a:endParaRPr lang="en-US" sz="1000" dirty="0"/>
          </a:p>
        </p:txBody>
      </p:sp>
      <p:sp>
        <p:nvSpPr>
          <p:cNvPr id="25" name="Slide Number Placeholder 0"/>
          <p:cNvSpPr>
            <a:spLocks noGrp="1"/>
          </p:cNvSpPr>
          <p:nvPr>
            <p:ph type="sldNum" sz="quarter" idx="4294967295"/>
          </p:nvPr>
        </p:nvSpPr>
        <p:spPr>
          <a:xfrm>
            <a:off x="84582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Atami Hunt">
  <a:themeElements>
    <a:clrScheme name="Atami Hunt">
      <a:dk1>
        <a:srgbClr val="1B2631"/>
      </a:dk1>
      <a:lt1>
        <a:srgbClr val="FFFFFF"/>
      </a:lt1>
      <a:dk2>
        <a:srgbClr val="0E3B4F"/>
      </a:dk2>
      <a:lt2>
        <a:srgbClr val="EEF3F5"/>
      </a:lt2>
      <a:accent1>
        <a:srgbClr val="C8372D"/>
      </a:accent1>
      <a:accent2>
        <a:srgbClr val="1F6F8B"/>
      </a:accent2>
      <a:accent3>
        <a:srgbClr val="E9A82C"/>
      </a:accent3>
      <a:accent4>
        <a:srgbClr val="5B7F3E"/>
      </a:accent4>
      <a:accent5>
        <a:srgbClr val="7A8791"/>
      </a:accent5>
      <a:accent6>
        <a:srgbClr val="D9E2E7"/>
      </a:accent6>
      <a:hlink>
        <a:srgbClr val="1F6F8B"/>
      </a:hlink>
      <a:folHlink>
        <a:srgbClr val="5B7F3E"/>
      </a:folHlink>
    </a:clrScheme>
    <a:fontScheme name="Atami Hu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Atami Treasure Hunt — How to Play</dc:title>
  <dc:subject>PptxGenJS Presentation</dc:subject>
  <dc:creator>PptxGenJS</dc:creator>
  <cp:lastModifiedBy>PptxGenJS</cp:lastModifiedBy>
  <cp:revision>1</cp:revision>
  <dcterms:created xsi:type="dcterms:W3CDTF">2026-10-09T01:15:25Z</dcterms:created>
  <dcterms:modified xsi:type="dcterms:W3CDTF">2026-10-09T01:15:25Z</dcterms:modified>
</cp:coreProperties>
</file>